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57" r:id="rId2"/>
    <p:sldId id="265" r:id="rId3"/>
    <p:sldId id="266" r:id="rId4"/>
    <p:sldId id="267" r:id="rId5"/>
    <p:sldId id="268" r:id="rId6"/>
    <p:sldId id="269" r:id="rId7"/>
    <p:sldId id="263" r:id="rId8"/>
    <p:sldId id="262"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B8"/>
    <a:srgbClr val="2557A7"/>
    <a:srgbClr val="000032"/>
    <a:srgbClr val="010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C6244-7606-389D-58DE-5D889B0D7977}" v="2" dt="2026-03-30T17:46:16.686"/>
    <p1510:client id="{F34393A7-879F-174F-8A68-3C41C739B8DD}" v="80" dt="2026-03-30T17:38:38.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8"/>
    <p:restoredTop sz="94669"/>
  </p:normalViewPr>
  <p:slideViewPr>
    <p:cSldViewPr snapToGrid="0">
      <p:cViewPr varScale="1">
        <p:scale>
          <a:sx n="97" d="100"/>
          <a:sy n="97" d="100"/>
        </p:scale>
        <p:origin x="129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8790BF-CA7C-4D44-B66A-93C021FDAD06}"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671D0-5A31-924C-847B-471242BBC811}" type="slidenum">
              <a:rPr lang="en-US" smtClean="0"/>
              <a:t>‹#›</a:t>
            </a:fld>
            <a:endParaRPr lang="en-US"/>
          </a:p>
        </p:txBody>
      </p:sp>
    </p:spTree>
    <p:extLst>
      <p:ext uri="{BB962C8B-B14F-4D97-AF65-F5344CB8AC3E}">
        <p14:creationId xmlns:p14="http://schemas.microsoft.com/office/powerpoint/2010/main" val="2725469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grid">
    <p:spTree>
      <p:nvGrpSpPr>
        <p:cNvPr id="1" name=""/>
        <p:cNvGrpSpPr/>
        <p:nvPr/>
      </p:nvGrpSpPr>
      <p:grpSpPr>
        <a:xfrm>
          <a:off x="0" y="0"/>
          <a:ext cx="0" cy="0"/>
          <a:chOff x="0" y="0"/>
          <a:chExt cx="0" cy="0"/>
        </a:xfrm>
      </p:grpSpPr>
      <p:pic>
        <p:nvPicPr>
          <p:cNvPr id="7" name="Picture 6" descr="A blue and yellow background with geometric shapes&#10;&#10;AI-generated content may be incorrect.">
            <a:extLst>
              <a:ext uri="{FF2B5EF4-FFF2-40B4-BE49-F238E27FC236}">
                <a16:creationId xmlns:a16="http://schemas.microsoft.com/office/drawing/2014/main" id="{FA04EC10-CB77-602C-8C98-F701575039A1}"/>
              </a:ext>
            </a:extLst>
          </p:cNvPr>
          <p:cNvPicPr>
            <a:picLocks noChangeAspect="1"/>
          </p:cNvPicPr>
          <p:nvPr userDrawn="1"/>
        </p:nvPicPr>
        <p:blipFill>
          <a:blip r:embed="rId2"/>
          <a:srcRect l="390" t="1" b="212"/>
          <a:stretch>
            <a:fillRect/>
          </a:stretch>
        </p:blipFill>
        <p:spPr>
          <a:xfrm>
            <a:off x="-59054" y="0"/>
            <a:ext cx="12310107" cy="6936828"/>
          </a:xfrm>
          <a:prstGeom prst="rect">
            <a:avLst/>
          </a:prstGeom>
        </p:spPr>
      </p:pic>
    </p:spTree>
    <p:extLst>
      <p:ext uri="{BB962C8B-B14F-4D97-AF65-F5344CB8AC3E}">
        <p14:creationId xmlns:p14="http://schemas.microsoft.com/office/powerpoint/2010/main" val="375102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E8C4-ED08-D1DE-E615-7968AACE1619}"/>
              </a:ext>
            </a:extLst>
          </p:cNvPr>
          <p:cNvSpPr>
            <a:spLocks noGrp="1"/>
          </p:cNvSpPr>
          <p:nvPr>
            <p:ph type="ctrTitle" hasCustomPrompt="1"/>
          </p:nvPr>
        </p:nvSpPr>
        <p:spPr>
          <a:xfrm>
            <a:off x="683740" y="765137"/>
            <a:ext cx="10824519" cy="1224302"/>
          </a:xfrm>
        </p:spPr>
        <p:txBody>
          <a:bodyPr anchor="b"/>
          <a:lstStyle>
            <a:lvl1pPr algn="ctr">
              <a:defRPr sz="6000"/>
            </a:lvl1pPr>
          </a:lstStyle>
          <a:p>
            <a:r>
              <a:rPr lang="en-US" dirty="0"/>
              <a:t>Session Title</a:t>
            </a:r>
          </a:p>
        </p:txBody>
      </p:sp>
      <p:sp>
        <p:nvSpPr>
          <p:cNvPr id="3" name="Subtitle 2">
            <a:extLst>
              <a:ext uri="{FF2B5EF4-FFF2-40B4-BE49-F238E27FC236}">
                <a16:creationId xmlns:a16="http://schemas.microsoft.com/office/drawing/2014/main" id="{0EF3D28C-219C-04D1-82A9-98D868407C79}"/>
              </a:ext>
            </a:extLst>
          </p:cNvPr>
          <p:cNvSpPr>
            <a:spLocks noGrp="1"/>
          </p:cNvSpPr>
          <p:nvPr>
            <p:ph type="subTitle" idx="1" hasCustomPrompt="1"/>
          </p:nvPr>
        </p:nvSpPr>
        <p:spPr>
          <a:xfrm>
            <a:off x="683740" y="2601119"/>
            <a:ext cx="9144000" cy="1655762"/>
          </a:xfrm>
          <a:prstGeom prst="rect">
            <a:avLst/>
          </a:prstGeom>
        </p:spPr>
        <p:txBody>
          <a:bodyPr/>
          <a:lstStyle>
            <a:lvl1pPr marL="0" indent="0" algn="l">
              <a:buNone/>
              <a:defRPr lang="en-US" sz="2400" b="1" i="0" kern="1200" dirty="0">
                <a:solidFill>
                  <a:schemeClr val="bg1"/>
                </a:solidFill>
                <a:latin typeface="Tenorite" pitchFamily="2" charset="0"/>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Moderator:</a:t>
            </a:r>
          </a:p>
          <a:p>
            <a:r>
              <a:rPr lang="en-US" dirty="0"/>
              <a:t>Presenter(s):</a:t>
            </a:r>
          </a:p>
        </p:txBody>
      </p:sp>
      <p:sp>
        <p:nvSpPr>
          <p:cNvPr id="9" name="Google Shape;13;p7">
            <a:extLst>
              <a:ext uri="{FF2B5EF4-FFF2-40B4-BE49-F238E27FC236}">
                <a16:creationId xmlns:a16="http://schemas.microsoft.com/office/drawing/2014/main" id="{19C4ECBE-E795-60ED-381E-2134841064B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04910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ntitrus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013AAB1-34D7-8809-10C5-C9B75851941A}"/>
              </a:ext>
            </a:extLst>
          </p:cNvPr>
          <p:cNvSpPr/>
          <p:nvPr userDrawn="1"/>
        </p:nvSpPr>
        <p:spPr>
          <a:xfrm>
            <a:off x="0" y="1"/>
            <a:ext cx="12192000" cy="5913780"/>
          </a:xfrm>
          <a:prstGeom prst="rect">
            <a:avLst/>
          </a:prstGeom>
          <a:solidFill>
            <a:srgbClr val="0000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noRot="1" noMove="1" noResize="1" noEditPoints="1" noAdjustHandles="1" noChangeArrowheads="1" noChangeShapeType="1"/>
          </p:cNvSpPr>
          <p:nvPr>
            <p:ph type="title" hasCustomPrompt="1"/>
          </p:nvPr>
        </p:nvSpPr>
        <p:spPr>
          <a:xfrm>
            <a:off x="838200" y="200820"/>
            <a:ext cx="10515600" cy="922766"/>
          </a:xfrm>
        </p:spPr>
        <p:txBody>
          <a:bodyPr anchor="ctr" anchorCtr="0"/>
          <a:lstStyle>
            <a:lvl1pPr marL="0" indent="0" algn="ctr" rtl="0">
              <a:lnSpc>
                <a:spcPct val="90000"/>
              </a:lnSpc>
              <a:spcBef>
                <a:spcPts val="0"/>
              </a:spcBef>
              <a:spcAft>
                <a:spcPts val="0"/>
              </a:spcAft>
              <a:buClr>
                <a:schemeClr val="dk1"/>
              </a:buClr>
              <a:buSzPts val="2400"/>
              <a:buNone/>
              <a:defRPr b="1" i="0">
                <a:latin typeface="Tenorite" pitchFamily="2" charset="0"/>
              </a:defRPr>
            </a:lvl1pPr>
          </a:lstStyle>
          <a:p>
            <a:pPr marL="0" lvl="0" indent="0" algn="ctr" rtl="0">
              <a:lnSpc>
                <a:spcPct val="90000"/>
              </a:lnSpc>
              <a:spcBef>
                <a:spcPts val="0"/>
              </a:spcBef>
              <a:spcAft>
                <a:spcPts val="0"/>
              </a:spcAft>
              <a:buClr>
                <a:schemeClr val="dk1"/>
              </a:buClr>
              <a:buSzPts val="2400"/>
              <a:buNone/>
            </a:pPr>
            <a:r>
              <a:rPr lang="en-US" sz="4000" b="1" dirty="0"/>
              <a:t>SOA Antitrust Compliance Guidelines</a:t>
            </a:r>
            <a:endParaRPr lang="en-US" sz="4000" dirty="0"/>
          </a:p>
        </p:txBody>
      </p:sp>
      <p:sp>
        <p:nvSpPr>
          <p:cNvPr id="3" name="TextBox 2">
            <a:extLst>
              <a:ext uri="{FF2B5EF4-FFF2-40B4-BE49-F238E27FC236}">
                <a16:creationId xmlns:a16="http://schemas.microsoft.com/office/drawing/2014/main" id="{A1D2E6CD-5A5E-7942-8BFF-ED585A1E3A2B}"/>
              </a:ext>
            </a:extLst>
          </p:cNvPr>
          <p:cNvSpPr txBox="1">
            <a:spLocks noGrp="1" noRot="1" noMove="1" noResize="1" noEditPoints="1" noAdjustHandles="1" noChangeArrowheads="1" noChangeShapeType="1"/>
          </p:cNvSpPr>
          <p:nvPr userDrawn="1"/>
        </p:nvSpPr>
        <p:spPr>
          <a:xfrm>
            <a:off x="838200" y="1319861"/>
            <a:ext cx="10515600" cy="4493538"/>
          </a:xfrm>
          <a:prstGeom prst="rect">
            <a:avLst/>
          </a:prstGeom>
          <a:noFill/>
        </p:spPr>
        <p:txBody>
          <a:bodyPr wrap="square" rtlCol="0">
            <a:spAutoFit/>
          </a:bodyPr>
          <a:lstStyle/>
          <a:p>
            <a:r>
              <a:rPr lang="en-US" sz="1100" b="0" i="0" kern="1200" dirty="0">
                <a:solidFill>
                  <a:schemeClr val="bg1"/>
                </a:solidFill>
                <a:effectLst/>
                <a:latin typeface="Tenorite" pitchFamily="2" charset="0"/>
                <a:ea typeface="+mn-ea"/>
                <a:cs typeface="+mn-cs"/>
              </a:rPr>
              <a:t>Active participation in the Society of Actuaries is an important aspect of membership.  While the positive contributions of professional societies and associations are well-recognized and encouraged, association activities are vulnerable to close antitrust scrutiny.  By their very nature, associations bring together industry competitors and other market participants.  </a:t>
            </a:r>
          </a:p>
          <a:p>
            <a:r>
              <a:rPr lang="en-US" sz="1100" b="0" i="0" kern="1200" dirty="0">
                <a:solidFill>
                  <a:schemeClr val="bg1"/>
                </a:solidFill>
                <a:effectLst/>
                <a:latin typeface="Tenorite" pitchFamily="2" charset="0"/>
                <a:ea typeface="+mn-ea"/>
                <a:cs typeface="+mn-cs"/>
              </a:rPr>
              <a:t>The United States antitrust laws aim to protect consumers by preserving the free economy and prohibiting anti-competitive business practices; they promote competition.  There are both state and federal antitrust laws, although state antitrust laws closely follow federal law.  The Sherman Act, is the primary U.S. antitrust law pertaining to association activities.   The Sherman Act prohibits every contract, combination or conspiracy that places an unreasonable restraint on trade.  There are, however, some activities that are illegal under all circumstances, such as price fixing, market allocation and collusive bidding.  </a:t>
            </a:r>
          </a:p>
          <a:p>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There is no safe harbor under the antitrust law for professional association activities.  Therefore, association meeting participants should refrain from discussing any activity that could potentially be construed as having an anti-competitive effect. Discussions relating to product or service pricing, market allocations, membership restrictions, product standardization or other conditions on trade could arguably be perceived as a restraint on trade and may expose the SOA and its members to antitrust enforcement procedures.</a:t>
            </a:r>
          </a:p>
          <a:p>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While participating in all SOA in person meetings, webinars, teleconferences or side discussions, you should avoid discussing competitively sensitive information with competitors and follow these guidelines:</a:t>
            </a:r>
          </a:p>
          <a:p>
            <a:endParaRPr lang="en-US" sz="1100" b="0" i="0" kern="1200" dirty="0">
              <a:solidFill>
                <a:schemeClr val="bg1"/>
              </a:solidFill>
              <a:effectLst/>
              <a:latin typeface="Tenorite" pitchFamily="2" charset="0"/>
              <a:ea typeface="+mn-ea"/>
              <a:cs typeface="+mn-cs"/>
            </a:endParaRP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discuss prices for services or products or anything else that might affect prices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discuss what you or other entities plan to do in a particular geographic or product markets or with particular customers.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not speak on behalf of the SOA or any of its committees unless specifically authorized to do so.</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leave a meeting where any anticompetitive pricing or market allocation discussion occurs.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alert SOA staff and/or legal counsel to any concerning discussions</a:t>
            </a:r>
          </a:p>
          <a:p>
            <a:pPr marL="171450" lvl="0" indent="-171450">
              <a:buFont typeface="Arial" panose="020B0604020202020204" pitchFamily="34" charset="0"/>
              <a:buChar char="•"/>
            </a:pPr>
            <a:r>
              <a:rPr lang="en-US" sz="1100" b="0" i="0" kern="1200" dirty="0">
                <a:solidFill>
                  <a:schemeClr val="bg1"/>
                </a:solidFill>
                <a:effectLst/>
                <a:latin typeface="Tenorite" pitchFamily="2" charset="0"/>
                <a:ea typeface="+mn-ea"/>
                <a:cs typeface="+mn-cs"/>
              </a:rPr>
              <a:t>Do consult with legal counsel before raising any matter or making a statement that may involve competitively sensitive information.</a:t>
            </a:r>
          </a:p>
          <a:p>
            <a:pPr lvl="0"/>
            <a:endParaRPr lang="en-US" sz="1100" b="0" i="0" kern="1200" dirty="0">
              <a:solidFill>
                <a:schemeClr val="bg1"/>
              </a:solidFill>
              <a:effectLst/>
              <a:latin typeface="Tenorite" pitchFamily="2" charset="0"/>
              <a:ea typeface="+mn-ea"/>
              <a:cs typeface="+mn-cs"/>
            </a:endParaRPr>
          </a:p>
          <a:p>
            <a:r>
              <a:rPr lang="en-US" sz="1100" b="0" i="0" kern="1200" dirty="0">
                <a:solidFill>
                  <a:schemeClr val="bg1"/>
                </a:solidFill>
                <a:effectLst/>
                <a:latin typeface="Tenorite" pitchFamily="2" charset="0"/>
                <a:ea typeface="+mn-ea"/>
                <a:cs typeface="+mn-cs"/>
              </a:rPr>
              <a:t>Adherence to these guidelines involves not only avoidance of antitrust violations, but avoidance of behavior which might be so construed.  These guidelines only provide an overview of prohibited activities.  SOA legal counsel reviews meeting agenda and materials as deemed appropriate and any discussion that departs from the formal agenda should be scrutinized carefully.  Antitrust compliance is everyone’s responsibility; however, please seek legal counsel if you have any questions or concerns.</a:t>
            </a:r>
          </a:p>
        </p:txBody>
      </p:sp>
      <p:sp>
        <p:nvSpPr>
          <p:cNvPr id="9" name="Google Shape;13;p7">
            <a:extLst>
              <a:ext uri="{FF2B5EF4-FFF2-40B4-BE49-F238E27FC236}">
                <a16:creationId xmlns:a16="http://schemas.microsoft.com/office/drawing/2014/main" id="{36994E39-8013-8F1A-4BAD-D5A23AFF1E86}"/>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19543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Title 1"/>
          <p:cNvSpPr>
            <a:spLocks noGrp="1" noRot="1" noMove="1" noResize="1" noEditPoints="1" noAdjustHandles="1" noChangeArrowheads="1" noChangeShapeType="1"/>
          </p:cNvSpPr>
          <p:nvPr>
            <p:ph type="title" hasCustomPrompt="1"/>
          </p:nvPr>
        </p:nvSpPr>
        <p:spPr>
          <a:xfrm>
            <a:off x="838200" y="365126"/>
            <a:ext cx="10515600" cy="1037790"/>
          </a:xfrm>
        </p:spPr>
        <p:txBody>
          <a:bodyPr anchor="ctr" anchorCtr="0"/>
          <a:lstStyle>
            <a:lvl1pPr marL="0" indent="0" algn="ctr" rtl="0">
              <a:lnSpc>
                <a:spcPct val="90000"/>
              </a:lnSpc>
              <a:spcBef>
                <a:spcPts val="0"/>
              </a:spcBef>
              <a:spcAft>
                <a:spcPts val="0"/>
              </a:spcAft>
              <a:buClr>
                <a:schemeClr val="dk1"/>
              </a:buClr>
              <a:buSzPts val="2400"/>
              <a:buNone/>
              <a:defRPr b="1" i="0">
                <a:latin typeface="Tenorite" pitchFamily="2" charset="0"/>
              </a:defRPr>
            </a:lvl1pPr>
          </a:lstStyle>
          <a:p>
            <a:pPr marL="0" lvl="0" indent="0" algn="ctr" rtl="0">
              <a:lnSpc>
                <a:spcPct val="90000"/>
              </a:lnSpc>
              <a:spcBef>
                <a:spcPts val="0"/>
              </a:spcBef>
              <a:spcAft>
                <a:spcPts val="0"/>
              </a:spcAft>
              <a:buClr>
                <a:schemeClr val="dk1"/>
              </a:buClr>
              <a:buSzPts val="2400"/>
              <a:buNone/>
            </a:pPr>
            <a:r>
              <a:rPr lang="en-US" sz="4000" b="1" dirty="0"/>
              <a:t>Presentation Disclaimer</a:t>
            </a:r>
            <a:endParaRPr lang="en-US" sz="4000" dirty="0"/>
          </a:p>
        </p:txBody>
      </p:sp>
      <p:sp>
        <p:nvSpPr>
          <p:cNvPr id="3" name="TextBox 2">
            <a:extLst>
              <a:ext uri="{FF2B5EF4-FFF2-40B4-BE49-F238E27FC236}">
                <a16:creationId xmlns:a16="http://schemas.microsoft.com/office/drawing/2014/main" id="{A1D2E6CD-5A5E-7942-8BFF-ED585A1E3A2B}"/>
              </a:ext>
            </a:extLst>
          </p:cNvPr>
          <p:cNvSpPr txBox="1">
            <a:spLocks noGrp="1" noRot="1" noMove="1" noResize="1" noEditPoints="1" noAdjustHandles="1" noChangeArrowheads="1" noChangeShapeType="1"/>
          </p:cNvSpPr>
          <p:nvPr userDrawn="1"/>
        </p:nvSpPr>
        <p:spPr>
          <a:xfrm>
            <a:off x="838198" y="1679752"/>
            <a:ext cx="10515599" cy="3939540"/>
          </a:xfrm>
          <a:prstGeom prst="rect">
            <a:avLst/>
          </a:prstGeom>
          <a:noFill/>
        </p:spPr>
        <p:txBody>
          <a:bodyPr wrap="square" rtlCol="0">
            <a:spAutoFit/>
          </a:bodyPr>
          <a:lstStyle/>
          <a:p>
            <a:pPr algn="ctr">
              <a:lnSpc>
                <a:spcPct val="100000"/>
              </a:lnSpc>
            </a:pPr>
            <a:r>
              <a:rPr lang="en-US" sz="2500" b="0" i="1" kern="1200" dirty="0">
                <a:solidFill>
                  <a:schemeClr val="bg1"/>
                </a:solidFill>
                <a:effectLst/>
                <a:latin typeface="Tenorite" pitchFamily="2" charset="0"/>
                <a:ea typeface="+mn-ea"/>
                <a:cs typeface="+mn-cs"/>
              </a:rPr>
              <a:t>Presentations are intended for educational purposes only and do not replace independent professional judgment.  Statements of fact and opinions expressed are those of the participants individually and, unless expressly stated to the contrary, are not the opinion or position of the Society of Actuaries, its cosponsors or its committees.  The Society of Actuaries does not endorse or approve, and assumes no responsibility for, the content, accuracy or completeness of the information presented.  Attendees should note that the sessions are audio-recorded and may be published in various media, including print, audio and video formats without further notice.</a:t>
            </a:r>
          </a:p>
        </p:txBody>
      </p:sp>
      <p:sp>
        <p:nvSpPr>
          <p:cNvPr id="8" name="Google Shape;13;p7">
            <a:extLst>
              <a:ext uri="{FF2B5EF4-FFF2-40B4-BE49-F238E27FC236}">
                <a16:creationId xmlns:a16="http://schemas.microsoft.com/office/drawing/2014/main" id="{F8EC2286-2F08-36B5-DF3C-31450D06B8C5}"/>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4055771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8651-583D-6AEB-90C2-AF8172008933}"/>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5C3F4513-4A51-BC5B-DD63-8668DD3E3199}"/>
              </a:ext>
            </a:extLst>
          </p:cNvPr>
          <p:cNvSpPr>
            <a:spLocks noGrp="1"/>
          </p:cNvSpPr>
          <p:nvPr>
            <p:ph idx="1"/>
          </p:nvPr>
        </p:nvSpPr>
        <p:spPr>
          <a:xfrm>
            <a:off x="838200" y="2055812"/>
            <a:ext cx="10933044" cy="3529441"/>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4395ABD0-6B7D-115F-F623-FFBE362E0B5C}"/>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714086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19E60C-681F-6108-6A0F-118AA26D5018}"/>
              </a:ext>
            </a:extLst>
          </p:cNvPr>
          <p:cNvSpPr/>
          <p:nvPr userDrawn="1"/>
        </p:nvSpPr>
        <p:spPr>
          <a:xfrm>
            <a:off x="0" y="1"/>
            <a:ext cx="12192000" cy="5931242"/>
          </a:xfrm>
          <a:prstGeom prst="rect">
            <a:avLst/>
          </a:prstGeom>
          <a:solidFill>
            <a:srgbClr val="2557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08651-583D-6AEB-90C2-AF8172008933}"/>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5C3F4513-4A51-BC5B-DD63-8668DD3E3199}"/>
              </a:ext>
            </a:extLst>
          </p:cNvPr>
          <p:cNvSpPr>
            <a:spLocks noGrp="1"/>
          </p:cNvSpPr>
          <p:nvPr>
            <p:ph idx="1"/>
          </p:nvPr>
        </p:nvSpPr>
        <p:spPr>
          <a:xfrm>
            <a:off x="838200" y="2055813"/>
            <a:ext cx="10933044" cy="2917020"/>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Google Shape;13;p7">
            <a:extLst>
              <a:ext uri="{FF2B5EF4-FFF2-40B4-BE49-F238E27FC236}">
                <a16:creationId xmlns:a16="http://schemas.microsoft.com/office/drawing/2014/main" id="{729DC002-C7F3-98FB-B365-B168AE8F1ED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04388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924A-2383-7D8E-4BC5-C5037129D26E}"/>
              </a:ext>
            </a:extLst>
          </p:cNvPr>
          <p:cNvSpPr>
            <a:spLocks noGrp="1"/>
          </p:cNvSpPr>
          <p:nvPr>
            <p:ph type="title"/>
          </p:nvPr>
        </p:nvSpPr>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A2A1D12B-F8B6-C3F9-657F-99569C45BAE6}"/>
              </a:ext>
            </a:extLst>
          </p:cNvPr>
          <p:cNvSpPr>
            <a:spLocks noGrp="1"/>
          </p:cNvSpPr>
          <p:nvPr>
            <p:ph sz="half" idx="1"/>
          </p:nvPr>
        </p:nvSpPr>
        <p:spPr>
          <a:xfrm>
            <a:off x="838200" y="1825625"/>
            <a:ext cx="5181600" cy="3542242"/>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97B8A776-A309-055F-643F-D3FDD6889525}"/>
              </a:ext>
            </a:extLst>
          </p:cNvPr>
          <p:cNvSpPr>
            <a:spLocks noGrp="1"/>
          </p:cNvSpPr>
          <p:nvPr>
            <p:ph sz="half" idx="10"/>
          </p:nvPr>
        </p:nvSpPr>
        <p:spPr>
          <a:xfrm>
            <a:off x="6172200" y="1825625"/>
            <a:ext cx="5181600" cy="3542242"/>
          </a:xfrm>
          <a:prstGeom prst="rect">
            <a:avLst/>
          </a:prstGeom>
        </p:spPr>
        <p:txBody>
          <a:bodyPr/>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Google Shape;13;p7">
            <a:extLst>
              <a:ext uri="{FF2B5EF4-FFF2-40B4-BE49-F238E27FC236}">
                <a16:creationId xmlns:a16="http://schemas.microsoft.com/office/drawing/2014/main" id="{91296C5C-8C43-B513-F059-2F720ABD14AD}"/>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96265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9C5E-4BD0-E356-98D7-B1B7D449A798}"/>
              </a:ext>
            </a:extLst>
          </p:cNvPr>
          <p:cNvSpPr>
            <a:spLocks noGrp="1"/>
          </p:cNvSpPr>
          <p:nvPr>
            <p:ph type="title"/>
          </p:nvPr>
        </p:nvSpPr>
        <p:spPr>
          <a:xfrm>
            <a:off x="839788" y="365125"/>
            <a:ext cx="10515600" cy="1056171"/>
          </a:xfrm>
        </p:spPr>
        <p:txBody>
          <a:bodyPr/>
          <a:lstStyle>
            <a:lvl1pPr>
              <a:defRPr lang="en-US" sz="44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Text Placeholder 2">
            <a:extLst>
              <a:ext uri="{FF2B5EF4-FFF2-40B4-BE49-F238E27FC236}">
                <a16:creationId xmlns:a16="http://schemas.microsoft.com/office/drawing/2014/main" id="{8EAC60F3-3501-F1E6-8652-D0AE763D59AB}"/>
              </a:ext>
            </a:extLst>
          </p:cNvPr>
          <p:cNvSpPr>
            <a:spLocks noGrp="1"/>
          </p:cNvSpPr>
          <p:nvPr>
            <p:ph type="body" idx="1"/>
          </p:nvPr>
        </p:nvSpPr>
        <p:spPr>
          <a:xfrm>
            <a:off x="839788" y="1484659"/>
            <a:ext cx="5157787" cy="823912"/>
          </a:xfrm>
          <a:prstGeom prst="rect">
            <a:avLst/>
          </a:prstGeom>
        </p:spPr>
        <p:txBody>
          <a:bodyPr anchor="b"/>
          <a:lstStyle>
            <a:lvl1pPr marL="0" indent="0">
              <a:buNone/>
              <a:defRPr lang="en-US" sz="2400" b="0" i="0" kern="1200" dirty="0" smtClean="0">
                <a:solidFill>
                  <a:schemeClr val="bg1"/>
                </a:solidFill>
                <a:latin typeface="Arboria Book" panose="02000000000000000000" pitchFamily="2" charset="77"/>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dirty="0"/>
              <a:t>Click to edit Master text styles</a:t>
            </a:r>
          </a:p>
        </p:txBody>
      </p:sp>
      <p:sp>
        <p:nvSpPr>
          <p:cNvPr id="4" name="Content Placeholder 3">
            <a:extLst>
              <a:ext uri="{FF2B5EF4-FFF2-40B4-BE49-F238E27FC236}">
                <a16:creationId xmlns:a16="http://schemas.microsoft.com/office/drawing/2014/main" id="{DFC8A39C-A75A-2489-47A7-342C874F7551}"/>
              </a:ext>
            </a:extLst>
          </p:cNvPr>
          <p:cNvSpPr>
            <a:spLocks noGrp="1"/>
          </p:cNvSpPr>
          <p:nvPr>
            <p:ph sz="half" idx="2"/>
          </p:nvPr>
        </p:nvSpPr>
        <p:spPr>
          <a:xfrm>
            <a:off x="839788" y="2371934"/>
            <a:ext cx="5157787" cy="3001407"/>
          </a:xfrm>
          <a:prstGeom prst="rect">
            <a:avLst/>
          </a:prstGeom>
        </p:spPr>
        <p:txBody>
          <a:bodyPr/>
          <a:lstStyle>
            <a:lvl1pPr>
              <a:defRPr b="0" i="0">
                <a:solidFill>
                  <a:schemeClr val="bg1"/>
                </a:solidFill>
                <a:latin typeface="Arboria Book" panose="02000000000000000000" pitchFamily="2" charset="77"/>
              </a:defRPr>
            </a:lvl1pPr>
            <a:lvl2pPr>
              <a:defRPr b="0" i="0">
                <a:solidFill>
                  <a:schemeClr val="bg1"/>
                </a:solidFill>
                <a:latin typeface="Arboria Book" panose="02000000000000000000" pitchFamily="2" charset="77"/>
              </a:defRPr>
            </a:lvl2pPr>
            <a:lvl3pPr>
              <a:defRPr b="0" i="0">
                <a:solidFill>
                  <a:schemeClr val="bg1"/>
                </a:solidFill>
                <a:latin typeface="Arboria Book" panose="02000000000000000000" pitchFamily="2" charset="77"/>
              </a:defRPr>
            </a:lvl3pPr>
            <a:lvl4pPr>
              <a:defRPr b="0" i="0">
                <a:solidFill>
                  <a:schemeClr val="bg1"/>
                </a:solidFill>
                <a:latin typeface="Arboria Book" panose="02000000000000000000" pitchFamily="2" charset="77"/>
              </a:defRPr>
            </a:lvl4pPr>
            <a:lvl5pPr>
              <a:defRPr b="0" i="0">
                <a:solidFill>
                  <a:schemeClr val="bg1"/>
                </a:solidFill>
                <a:latin typeface="Arboria Book" panose="0200000000000000000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A1AE139-DBD1-C0A9-49E7-3F9F20CF8E10}"/>
              </a:ext>
            </a:extLst>
          </p:cNvPr>
          <p:cNvSpPr>
            <a:spLocks noGrp="1"/>
          </p:cNvSpPr>
          <p:nvPr>
            <p:ph type="body" sz="quarter" idx="3"/>
          </p:nvPr>
        </p:nvSpPr>
        <p:spPr>
          <a:xfrm>
            <a:off x="6172200" y="1484659"/>
            <a:ext cx="5183188" cy="823912"/>
          </a:xfrm>
          <a:prstGeom prst="rect">
            <a:avLst/>
          </a:prstGeom>
        </p:spPr>
        <p:txBody>
          <a:bodyPr anchor="b"/>
          <a:lstStyle>
            <a:lvl1pPr marL="0" indent="0">
              <a:buNone/>
              <a:defRPr lang="en-US" sz="2400" b="0" i="0" kern="1200" dirty="0" smtClean="0">
                <a:solidFill>
                  <a:schemeClr val="bg1"/>
                </a:solidFill>
                <a:latin typeface="Arboria Book" panose="02000000000000000000" pitchFamily="2" charset="77"/>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dirty="0"/>
              <a:t>Click to edit Master text styles</a:t>
            </a:r>
          </a:p>
        </p:txBody>
      </p:sp>
      <p:sp>
        <p:nvSpPr>
          <p:cNvPr id="6" name="Content Placeholder 5">
            <a:extLst>
              <a:ext uri="{FF2B5EF4-FFF2-40B4-BE49-F238E27FC236}">
                <a16:creationId xmlns:a16="http://schemas.microsoft.com/office/drawing/2014/main" id="{FEA743D0-4BC2-0E8A-93BF-9F043C1EA22C}"/>
              </a:ext>
            </a:extLst>
          </p:cNvPr>
          <p:cNvSpPr>
            <a:spLocks noGrp="1"/>
          </p:cNvSpPr>
          <p:nvPr>
            <p:ph sz="quarter" idx="4"/>
          </p:nvPr>
        </p:nvSpPr>
        <p:spPr>
          <a:xfrm>
            <a:off x="6172200" y="2371934"/>
            <a:ext cx="5183188" cy="3001407"/>
          </a:xfrm>
          <a:prstGeom prst="rect">
            <a:avLst/>
          </a:prstGeom>
        </p:spPr>
        <p:txBody>
          <a:bodyPr/>
          <a:lstStyle>
            <a:lvl1pPr>
              <a:defRPr b="0" i="0">
                <a:solidFill>
                  <a:schemeClr val="bg1"/>
                </a:solidFill>
                <a:latin typeface="Arboria Book" panose="02000000000000000000" pitchFamily="2" charset="77"/>
              </a:defRPr>
            </a:lvl1pPr>
            <a:lvl2pPr>
              <a:defRPr b="0" i="0">
                <a:solidFill>
                  <a:schemeClr val="bg1"/>
                </a:solidFill>
                <a:latin typeface="Arboria Book" panose="02000000000000000000" pitchFamily="2" charset="77"/>
              </a:defRPr>
            </a:lvl2pPr>
            <a:lvl3pPr>
              <a:defRPr b="0" i="0">
                <a:solidFill>
                  <a:schemeClr val="bg1"/>
                </a:solidFill>
                <a:latin typeface="Arboria Book" panose="02000000000000000000" pitchFamily="2" charset="77"/>
              </a:defRPr>
            </a:lvl3pPr>
            <a:lvl4pPr>
              <a:defRPr b="0" i="0">
                <a:solidFill>
                  <a:schemeClr val="bg1"/>
                </a:solidFill>
                <a:latin typeface="Arboria Book" panose="02000000000000000000" pitchFamily="2" charset="77"/>
              </a:defRPr>
            </a:lvl4pPr>
            <a:lvl5pPr>
              <a:defRPr b="0" i="0">
                <a:solidFill>
                  <a:schemeClr val="bg1"/>
                </a:solidFill>
                <a:latin typeface="Arboria Book" panose="0200000000000000000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Google Shape;13;p7">
            <a:extLst>
              <a:ext uri="{FF2B5EF4-FFF2-40B4-BE49-F238E27FC236}">
                <a16:creationId xmlns:a16="http://schemas.microsoft.com/office/drawing/2014/main" id="{820018E4-30D5-370F-9C82-A0A4AC9FBFCD}"/>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322034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4" name="Google Shape;13;p7">
            <a:extLst>
              <a:ext uri="{FF2B5EF4-FFF2-40B4-BE49-F238E27FC236}">
                <a16:creationId xmlns:a16="http://schemas.microsoft.com/office/drawing/2014/main" id="{8CC97C50-3869-8A40-33FE-765465608D81}"/>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
        <p:nvSpPr>
          <p:cNvPr id="5" name="TextBox 4">
            <a:extLst>
              <a:ext uri="{FF2B5EF4-FFF2-40B4-BE49-F238E27FC236}">
                <a16:creationId xmlns:a16="http://schemas.microsoft.com/office/drawing/2014/main" id="{304C7696-AFE8-D4D8-E112-A2618A85B64E}"/>
              </a:ext>
            </a:extLst>
          </p:cNvPr>
          <p:cNvSpPr txBox="1">
            <a:spLocks noGrp="1" noRot="1" noMove="1" noResize="1" noEditPoints="1" noAdjustHandles="1" noChangeArrowheads="1" noChangeShapeType="1"/>
          </p:cNvSpPr>
          <p:nvPr userDrawn="1"/>
        </p:nvSpPr>
        <p:spPr>
          <a:xfrm>
            <a:off x="2344180" y="2659559"/>
            <a:ext cx="7503640" cy="769441"/>
          </a:xfrm>
          <a:prstGeom prst="rect">
            <a:avLst/>
          </a:prstGeom>
          <a:noFill/>
        </p:spPr>
        <p:txBody>
          <a:bodyPr wrap="square">
            <a:spAutoFit/>
          </a:bodyPr>
          <a:lstStyle/>
          <a:p>
            <a:pPr algn="ctr"/>
            <a:r>
              <a:rPr lang="en-US" sz="4400" b="1" i="0" kern="0" dirty="0">
                <a:solidFill>
                  <a:schemeClr val="bg1"/>
                </a:solidFill>
                <a:latin typeface="Tenorite" pitchFamily="2" charset="0"/>
              </a:rPr>
              <a:t>Questions?</a:t>
            </a:r>
            <a:endParaRPr lang="en-US" sz="4400" b="1" i="0" dirty="0">
              <a:solidFill>
                <a:schemeClr val="bg1"/>
              </a:solidFill>
              <a:latin typeface="Tenorite" pitchFamily="2" charset="0"/>
            </a:endParaRPr>
          </a:p>
        </p:txBody>
      </p:sp>
    </p:spTree>
    <p:extLst>
      <p:ext uri="{BB962C8B-B14F-4D97-AF65-F5344CB8AC3E}">
        <p14:creationId xmlns:p14="http://schemas.microsoft.com/office/powerpoint/2010/main" val="363077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CDC219-E384-716F-7395-2002C6D02616}"/>
              </a:ext>
            </a:extLst>
          </p:cNvPr>
          <p:cNvSpPr/>
          <p:nvPr userDrawn="1"/>
        </p:nvSpPr>
        <p:spPr>
          <a:xfrm>
            <a:off x="0" y="0"/>
            <a:ext cx="12192000" cy="6857999"/>
          </a:xfrm>
          <a:prstGeom prst="rect">
            <a:avLst/>
          </a:prstGeom>
          <a:solidFill>
            <a:srgbClr val="0100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background with white text&#10;&#10;AI-generated content may be incorrect.">
            <a:extLst>
              <a:ext uri="{FF2B5EF4-FFF2-40B4-BE49-F238E27FC236}">
                <a16:creationId xmlns:a16="http://schemas.microsoft.com/office/drawing/2014/main" id="{513BE650-821D-8AF3-62F0-EA19C2778EB7}"/>
              </a:ext>
            </a:extLst>
          </p:cNvPr>
          <p:cNvPicPr>
            <a:picLocks noChangeAspect="1"/>
          </p:cNvPicPr>
          <p:nvPr userDrawn="1"/>
        </p:nvPicPr>
        <p:blipFill>
          <a:blip r:embed="rId2"/>
          <a:stretch>
            <a:fillRect/>
          </a:stretch>
        </p:blipFill>
        <p:spPr>
          <a:xfrm>
            <a:off x="395071" y="6177895"/>
            <a:ext cx="1371943" cy="408739"/>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C8DA3FEA-8C5C-7914-CD4D-52C0CB456D52}"/>
              </a:ext>
            </a:extLst>
          </p:cNvPr>
          <p:cNvPicPr>
            <a:picLocks noChangeAspect="1"/>
          </p:cNvPicPr>
          <p:nvPr userDrawn="1"/>
        </p:nvPicPr>
        <p:blipFill>
          <a:blip r:embed="rId3"/>
          <a:stretch>
            <a:fillRect/>
          </a:stretch>
        </p:blipFill>
        <p:spPr>
          <a:xfrm>
            <a:off x="10044846" y="6083046"/>
            <a:ext cx="1752083" cy="598434"/>
          </a:xfrm>
          <a:prstGeom prst="rect">
            <a:avLst/>
          </a:prstGeom>
        </p:spPr>
      </p:pic>
      <p:sp>
        <p:nvSpPr>
          <p:cNvPr id="7" name="Google Shape;13;p7">
            <a:extLst>
              <a:ext uri="{FF2B5EF4-FFF2-40B4-BE49-F238E27FC236}">
                <a16:creationId xmlns:a16="http://schemas.microsoft.com/office/drawing/2014/main" id="{2458C45A-0484-DD7E-ED61-65379BF31579}"/>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
        <p:nvSpPr>
          <p:cNvPr id="8" name="Title Placeholder 1">
            <a:extLst>
              <a:ext uri="{FF2B5EF4-FFF2-40B4-BE49-F238E27FC236}">
                <a16:creationId xmlns:a16="http://schemas.microsoft.com/office/drawing/2014/main" id="{370AE59D-EB61-9A74-BE4C-9B082A1B9D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14614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82719-8A71-A225-7612-B5768BE82411}"/>
              </a:ext>
            </a:extLst>
          </p:cNvPr>
          <p:cNvSpPr>
            <a:spLocks noGrp="1"/>
          </p:cNvSpPr>
          <p:nvPr>
            <p:ph type="title"/>
          </p:nvPr>
        </p:nvSpPr>
        <p:spPr>
          <a:xfrm>
            <a:off x="839788" y="457200"/>
            <a:ext cx="3932237" cy="1600200"/>
          </a:xfrm>
        </p:spPr>
        <p:txBody>
          <a:bodyPr anchor="b">
            <a:normAutofit/>
          </a:bodyPr>
          <a:lstStyle>
            <a:lvl1pPr>
              <a:defRPr lang="en-US" sz="3200" b="1" i="0" kern="1200" dirty="0">
                <a:solidFill>
                  <a:schemeClr val="bg1"/>
                </a:solidFill>
                <a:latin typeface="Tenorite" pitchFamily="2" charset="0"/>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89D64B7B-EAA3-F731-F143-804F836913A6}"/>
              </a:ext>
            </a:extLst>
          </p:cNvPr>
          <p:cNvSpPr>
            <a:spLocks noGrp="1"/>
          </p:cNvSpPr>
          <p:nvPr>
            <p:ph idx="1"/>
          </p:nvPr>
        </p:nvSpPr>
        <p:spPr>
          <a:xfrm>
            <a:off x="5180012" y="457200"/>
            <a:ext cx="6172200" cy="4775199"/>
          </a:xfrm>
          <a:prstGeom prst="rect">
            <a:avLst/>
          </a:prstGeom>
        </p:spPr>
        <p:txBody>
          <a:bodyPr/>
          <a:lstStyle>
            <a:lvl1pPr>
              <a:defRPr sz="3200" b="0" i="0">
                <a:solidFill>
                  <a:schemeClr val="bg1"/>
                </a:solidFill>
                <a:latin typeface="Tenorite" pitchFamily="2" charset="0"/>
              </a:defRPr>
            </a:lvl1pPr>
            <a:lvl2pPr>
              <a:defRPr sz="2800" b="0" i="0">
                <a:solidFill>
                  <a:schemeClr val="bg1"/>
                </a:solidFill>
                <a:latin typeface="Tenorite" pitchFamily="2" charset="0"/>
              </a:defRPr>
            </a:lvl2pPr>
            <a:lvl3pPr>
              <a:defRPr sz="2400" b="0" i="0">
                <a:solidFill>
                  <a:schemeClr val="bg1"/>
                </a:solidFill>
                <a:latin typeface="Tenorite" pitchFamily="2" charset="0"/>
              </a:defRPr>
            </a:lvl3pPr>
            <a:lvl4pPr>
              <a:defRPr sz="2000" b="0" i="0">
                <a:solidFill>
                  <a:schemeClr val="bg1"/>
                </a:solidFill>
                <a:latin typeface="Tenorite" pitchFamily="2" charset="0"/>
              </a:defRPr>
            </a:lvl4pPr>
            <a:lvl5pPr>
              <a:defRPr sz="2000" b="0" i="0">
                <a:solidFill>
                  <a:schemeClr val="bg1"/>
                </a:solidFill>
                <a:latin typeface="Tenorite"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70C1D7A-FD88-6D59-A38A-BF3225E01A87}"/>
              </a:ext>
            </a:extLst>
          </p:cNvPr>
          <p:cNvSpPr>
            <a:spLocks noGrp="1"/>
          </p:cNvSpPr>
          <p:nvPr>
            <p:ph type="body" sz="half" idx="2"/>
          </p:nvPr>
        </p:nvSpPr>
        <p:spPr>
          <a:xfrm>
            <a:off x="839788" y="2147644"/>
            <a:ext cx="3932237" cy="3084755"/>
          </a:xfrm>
          <a:prstGeom prst="rect">
            <a:avLst/>
          </a:prstGeom>
        </p:spPr>
        <p:txBody>
          <a:bodyPr/>
          <a:lstStyle>
            <a:lvl1pPr marL="0" indent="0">
              <a:buNone/>
              <a:defRPr sz="1600" b="0" i="0">
                <a:solidFill>
                  <a:schemeClr val="bg1"/>
                </a:solidFill>
                <a:latin typeface="Tenorit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Google Shape;13;p7">
            <a:extLst>
              <a:ext uri="{FF2B5EF4-FFF2-40B4-BE49-F238E27FC236}">
                <a16:creationId xmlns:a16="http://schemas.microsoft.com/office/drawing/2014/main" id="{50456375-4783-A215-9883-BCC0990255D3}"/>
              </a:ext>
            </a:extLst>
          </p:cNvPr>
          <p:cNvSpPr txBox="1">
            <a:spLocks noGrp="1"/>
          </p:cNvSpPr>
          <p:nvPr>
            <p:ph type="sldNum" idx="4"/>
          </p:nvPr>
        </p:nvSpPr>
        <p:spPr>
          <a:xfrm>
            <a:off x="11300884" y="6156014"/>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highlight>
                <a:srgbClr val="2557A7"/>
              </a:highlight>
            </a:endParaRPr>
          </a:p>
        </p:txBody>
      </p:sp>
      <p:sp>
        <p:nvSpPr>
          <p:cNvPr id="6" name="Google Shape;13;p7">
            <a:extLst>
              <a:ext uri="{FF2B5EF4-FFF2-40B4-BE49-F238E27FC236}">
                <a16:creationId xmlns:a16="http://schemas.microsoft.com/office/drawing/2014/main" id="{217E5DDD-05ED-E6AE-BD0D-BB079C237A7E}"/>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533695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3B585-F957-2533-EFEB-C931A73531C5}"/>
              </a:ext>
            </a:extLst>
          </p:cNvPr>
          <p:cNvSpPr>
            <a:spLocks noGrp="1"/>
          </p:cNvSpPr>
          <p:nvPr>
            <p:ph type="title"/>
          </p:nvPr>
        </p:nvSpPr>
        <p:spPr>
          <a:xfrm>
            <a:off x="839788" y="457200"/>
            <a:ext cx="3932237" cy="1600200"/>
          </a:xfrm>
        </p:spPr>
        <p:txBody>
          <a:bodyPr anchor="b"/>
          <a:lstStyle>
            <a:lvl1pPr>
              <a:defRPr sz="3200" b="1" i="0">
                <a:latin typeface="Tenorite" pitchFamily="2" charset="0"/>
              </a:defRPr>
            </a:lvl1pPr>
          </a:lstStyle>
          <a:p>
            <a:r>
              <a:rPr lang="en-US" dirty="0"/>
              <a:t>Click to edit Master title style</a:t>
            </a:r>
          </a:p>
        </p:txBody>
      </p:sp>
      <p:sp>
        <p:nvSpPr>
          <p:cNvPr id="3" name="Picture Placeholder 2">
            <a:extLst>
              <a:ext uri="{FF2B5EF4-FFF2-40B4-BE49-F238E27FC236}">
                <a16:creationId xmlns:a16="http://schemas.microsoft.com/office/drawing/2014/main" id="{A675F8D1-47BF-5744-2BB9-2FCAD7AB17ED}"/>
              </a:ext>
            </a:extLst>
          </p:cNvPr>
          <p:cNvSpPr>
            <a:spLocks noGrp="1"/>
          </p:cNvSpPr>
          <p:nvPr>
            <p:ph type="pic" idx="1"/>
          </p:nvPr>
        </p:nvSpPr>
        <p:spPr>
          <a:xfrm>
            <a:off x="5180012" y="457200"/>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359E25-2684-BBBD-D3E0-86DD65E6445A}"/>
              </a:ext>
            </a:extLst>
          </p:cNvPr>
          <p:cNvSpPr>
            <a:spLocks noGrp="1"/>
          </p:cNvSpPr>
          <p:nvPr>
            <p:ph type="body" sz="half" idx="2"/>
          </p:nvPr>
        </p:nvSpPr>
        <p:spPr>
          <a:xfrm>
            <a:off x="839788" y="2057400"/>
            <a:ext cx="3932237" cy="32734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Google Shape;13;p7">
            <a:extLst>
              <a:ext uri="{FF2B5EF4-FFF2-40B4-BE49-F238E27FC236}">
                <a16:creationId xmlns:a16="http://schemas.microsoft.com/office/drawing/2014/main" id="{21C236FE-1D50-6109-60F1-FB91D2D4BA3D}"/>
              </a:ext>
            </a:extLst>
          </p:cNvPr>
          <p:cNvSpPr txBox="1">
            <a:spLocks noGrp="1"/>
          </p:cNvSpPr>
          <p:nvPr>
            <p:ph type="sldNum" idx="4"/>
          </p:nvPr>
        </p:nvSpPr>
        <p:spPr>
          <a:xfrm>
            <a:off x="11300884" y="6156014"/>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highlight>
                <a:srgbClr val="2557A7"/>
              </a:highlight>
            </a:endParaRPr>
          </a:p>
        </p:txBody>
      </p:sp>
      <p:sp>
        <p:nvSpPr>
          <p:cNvPr id="7" name="Google Shape;13;p7">
            <a:extLst>
              <a:ext uri="{FF2B5EF4-FFF2-40B4-BE49-F238E27FC236}">
                <a16:creationId xmlns:a16="http://schemas.microsoft.com/office/drawing/2014/main" id="{3A6C180F-5D59-F058-3F42-486648D3B232}"/>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2316792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95EFA-C0D7-0E79-FDD0-1FDD1CA1ABA5}"/>
              </a:ext>
            </a:extLst>
          </p:cNvPr>
          <p:cNvSpPr>
            <a:spLocks noGrp="1"/>
          </p:cNvSpPr>
          <p:nvPr>
            <p:ph type="title"/>
          </p:nvPr>
        </p:nvSpPr>
        <p:spPr/>
        <p:txBody>
          <a:bodyPr/>
          <a:lstStyle>
            <a:lvl1pPr>
              <a:defRPr b="1" i="0">
                <a:latin typeface="Tenorite"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0D7813B6-1D01-472D-D8D6-B3EDE08589C6}"/>
              </a:ext>
            </a:extLst>
          </p:cNvPr>
          <p:cNvSpPr>
            <a:spLocks noGrp="1"/>
          </p:cNvSpPr>
          <p:nvPr>
            <p:ph type="body" orient="vert" idx="1"/>
          </p:nvPr>
        </p:nvSpPr>
        <p:spPr>
          <a:xfrm>
            <a:off x="845812" y="1801899"/>
            <a:ext cx="10515600" cy="3711045"/>
          </a:xfrm>
          <a:prstGeom prst="rect">
            <a:avLst/>
          </a:prstGeom>
        </p:spPr>
        <p:txBody>
          <a:bodyPr vert="eaVert"/>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8CEA9278-8F69-6275-1A13-45623C1B943E}"/>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046626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2B260-DC18-58E6-0F45-C5CF19A8D136}"/>
              </a:ext>
            </a:extLst>
          </p:cNvPr>
          <p:cNvSpPr>
            <a:spLocks noGrp="1"/>
          </p:cNvSpPr>
          <p:nvPr>
            <p:ph type="title" orient="vert"/>
          </p:nvPr>
        </p:nvSpPr>
        <p:spPr>
          <a:xfrm>
            <a:off x="8724900" y="365125"/>
            <a:ext cx="2628900" cy="4918075"/>
          </a:xfrm>
        </p:spPr>
        <p:txBody>
          <a:bodyPr vert="eaVert"/>
          <a:lstStyle>
            <a:lvl1pPr>
              <a:defRPr b="1" i="0">
                <a:latin typeface="Tenorite"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9EAC2466-DF93-9B49-4DD4-A8C4EA6DB5D5}"/>
              </a:ext>
            </a:extLst>
          </p:cNvPr>
          <p:cNvSpPr>
            <a:spLocks noGrp="1"/>
          </p:cNvSpPr>
          <p:nvPr>
            <p:ph type="body" orient="vert" idx="1"/>
          </p:nvPr>
        </p:nvSpPr>
        <p:spPr>
          <a:xfrm>
            <a:off x="838200" y="365125"/>
            <a:ext cx="7734300" cy="4918075"/>
          </a:xfrm>
          <a:prstGeom prst="rect">
            <a:avLst/>
          </a:prstGeom>
        </p:spPr>
        <p:txBody>
          <a:bodyPr vert="eaVert"/>
          <a:lstStyle>
            <a:lvl1pPr>
              <a:defRPr b="0" i="0">
                <a:solidFill>
                  <a:schemeClr val="bg1"/>
                </a:solidFill>
                <a:latin typeface="Tenorite" pitchFamily="2" charset="0"/>
              </a:defRPr>
            </a:lvl1pPr>
            <a:lvl2pPr>
              <a:defRPr b="0" i="0">
                <a:solidFill>
                  <a:schemeClr val="bg1"/>
                </a:solidFill>
                <a:latin typeface="Tenorite" pitchFamily="2" charset="0"/>
              </a:defRPr>
            </a:lvl2pPr>
            <a:lvl3pPr>
              <a:defRPr b="0" i="0">
                <a:solidFill>
                  <a:schemeClr val="bg1"/>
                </a:solidFill>
                <a:latin typeface="Tenorite" pitchFamily="2" charset="0"/>
              </a:defRPr>
            </a:lvl3pPr>
            <a:lvl4pPr>
              <a:defRPr b="0" i="0">
                <a:solidFill>
                  <a:schemeClr val="bg1"/>
                </a:solidFill>
                <a:latin typeface="Tenorite" pitchFamily="2" charset="0"/>
              </a:defRPr>
            </a:lvl4pPr>
            <a:lvl5pPr>
              <a:defRPr b="0" i="0">
                <a:solidFill>
                  <a:schemeClr val="bg1"/>
                </a:solidFill>
                <a:latin typeface="Tenorit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3;p7">
            <a:extLst>
              <a:ext uri="{FF2B5EF4-FFF2-40B4-BE49-F238E27FC236}">
                <a16:creationId xmlns:a16="http://schemas.microsoft.com/office/drawing/2014/main" id="{42096077-0A3D-806B-2C06-64785CFECA31}"/>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3850462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valuation">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706A572-DFCC-4363-CA51-51F3930D5480}"/>
              </a:ext>
            </a:extLst>
          </p:cNvPr>
          <p:cNvSpPr txBox="1">
            <a:spLocks noGrp="1" noRot="1" noMove="1" noResize="1" noEditPoints="1" noAdjustHandles="1" noChangeArrowheads="1" noChangeShapeType="1"/>
          </p:cNvSpPr>
          <p:nvPr userDrawn="1"/>
        </p:nvSpPr>
        <p:spPr>
          <a:xfrm>
            <a:off x="2344180" y="624702"/>
            <a:ext cx="7503640" cy="1446550"/>
          </a:xfrm>
          <a:prstGeom prst="rect">
            <a:avLst/>
          </a:prstGeom>
          <a:noFill/>
        </p:spPr>
        <p:txBody>
          <a:bodyPr wrap="square">
            <a:spAutoFit/>
          </a:bodyPr>
          <a:lstStyle/>
          <a:p>
            <a:pPr algn="ctr"/>
            <a:r>
              <a:rPr lang="en-US" sz="4400" b="1" i="0" kern="0" dirty="0">
                <a:solidFill>
                  <a:schemeClr val="bg1"/>
                </a:solidFill>
                <a:latin typeface="Tenorite" pitchFamily="2" charset="0"/>
              </a:rPr>
              <a:t>Please remember to complete the evaluation:</a:t>
            </a:r>
            <a:endParaRPr lang="en-US" sz="4400" b="1" i="0" dirty="0">
              <a:solidFill>
                <a:schemeClr val="bg1"/>
              </a:solidFill>
              <a:latin typeface="Tenorite" pitchFamily="2" charset="0"/>
            </a:endParaRPr>
          </a:p>
        </p:txBody>
      </p:sp>
      <p:sp>
        <p:nvSpPr>
          <p:cNvPr id="7" name="Google Shape;13;p7">
            <a:extLst>
              <a:ext uri="{FF2B5EF4-FFF2-40B4-BE49-F238E27FC236}">
                <a16:creationId xmlns:a16="http://schemas.microsoft.com/office/drawing/2014/main" id="{D2076C82-DB57-DB86-FDD1-44A521BA4FBC}"/>
              </a:ext>
            </a:extLst>
          </p:cNvPr>
          <p:cNvSpPr txBox="1">
            <a:spLocks/>
          </p:cNvSpPr>
          <p:nvPr userDrawn="1"/>
        </p:nvSpPr>
        <p:spPr>
          <a:xfrm>
            <a:off x="5853565" y="6301877"/>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highlight>
                  <a:srgbClr val="2557A7"/>
                </a:highlight>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b="0" i="0" smtClean="0">
                <a:latin typeface="Tenorite" pitchFamily="2" charset="0"/>
              </a:rPr>
              <a:pPr/>
              <a:t>‹#›</a:t>
            </a:fld>
            <a:endParaRPr lang="en-US" b="0" i="0" dirty="0">
              <a:latin typeface="Tenorite" pitchFamily="2" charset="0"/>
            </a:endParaRPr>
          </a:p>
        </p:txBody>
      </p:sp>
    </p:spTree>
    <p:extLst>
      <p:ext uri="{BB962C8B-B14F-4D97-AF65-F5344CB8AC3E}">
        <p14:creationId xmlns:p14="http://schemas.microsoft.com/office/powerpoint/2010/main" val="135299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2" name="Picture 1" descr="A blue and yellow background with geometric shapes&#10;&#10;AI-generated content may be incorrect.">
            <a:extLst>
              <a:ext uri="{FF2B5EF4-FFF2-40B4-BE49-F238E27FC236}">
                <a16:creationId xmlns:a16="http://schemas.microsoft.com/office/drawing/2014/main" id="{71123ABC-4AE3-2588-862A-8D2AE066B792}"/>
              </a:ext>
            </a:extLst>
          </p:cNvPr>
          <p:cNvPicPr>
            <a:picLocks noChangeAspect="1"/>
          </p:cNvPicPr>
          <p:nvPr userDrawn="1"/>
        </p:nvPicPr>
        <p:blipFill>
          <a:blip r:embed="rId2"/>
          <a:srcRect l="390" t="1" b="212"/>
          <a:stretch>
            <a:fillRect/>
          </a:stretch>
        </p:blipFill>
        <p:spPr>
          <a:xfrm>
            <a:off x="-118107" y="-78828"/>
            <a:ext cx="12310107" cy="6936828"/>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18A96754-1B1C-D2CE-5E56-BE8B21BA2056}"/>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3644900" y="2221672"/>
            <a:ext cx="4902200" cy="1460500"/>
          </a:xfrm>
          <a:prstGeom prst="rect">
            <a:avLst/>
          </a:prstGeom>
        </p:spPr>
      </p:pic>
    </p:spTree>
    <p:extLst>
      <p:ext uri="{BB962C8B-B14F-4D97-AF65-F5344CB8AC3E}">
        <p14:creationId xmlns:p14="http://schemas.microsoft.com/office/powerpoint/2010/main" val="1282359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1A1A0A8-E40E-A393-8BB2-E85590A6530C}"/>
              </a:ext>
            </a:extLst>
          </p:cNvPr>
          <p:cNvPicPr>
            <a:picLocks noChangeAspect="1"/>
          </p:cNvPicPr>
          <p:nvPr userDrawn="1"/>
        </p:nvPicPr>
        <p:blipFill>
          <a:blip r:embed="rId18"/>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8DCCBB5-24E2-B648-64A9-A04AE76289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Rectangle 2">
            <a:extLst>
              <a:ext uri="{FF2B5EF4-FFF2-40B4-BE49-F238E27FC236}">
                <a16:creationId xmlns:a16="http://schemas.microsoft.com/office/drawing/2014/main" id="{BFCBEFE9-8697-643A-AA97-5EC1AC080AB2}"/>
              </a:ext>
            </a:extLst>
          </p:cNvPr>
          <p:cNvSpPr/>
          <p:nvPr userDrawn="1"/>
        </p:nvSpPr>
        <p:spPr>
          <a:xfrm>
            <a:off x="-1" y="5906530"/>
            <a:ext cx="12191999" cy="951470"/>
          </a:xfrm>
          <a:prstGeom prst="rect">
            <a:avLst/>
          </a:prstGeom>
          <a:solidFill>
            <a:srgbClr val="0052B8">
              <a:alpha val="6909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32"/>
              </a:highlight>
            </a:endParaRPr>
          </a:p>
        </p:txBody>
      </p:sp>
      <p:sp>
        <p:nvSpPr>
          <p:cNvPr id="5" name="Google Shape;13;p7">
            <a:extLst>
              <a:ext uri="{FF2B5EF4-FFF2-40B4-BE49-F238E27FC236}">
                <a16:creationId xmlns:a16="http://schemas.microsoft.com/office/drawing/2014/main" id="{BF57E828-F7ED-58AB-D1C5-103CBC6E169E}"/>
              </a:ext>
            </a:extLst>
          </p:cNvPr>
          <p:cNvSpPr txBox="1">
            <a:spLocks noGrp="1"/>
          </p:cNvSpPr>
          <p:nvPr>
            <p:ph type="sldNum" idx="4"/>
          </p:nvPr>
        </p:nvSpPr>
        <p:spPr>
          <a:xfrm>
            <a:off x="5853563" y="6382263"/>
            <a:ext cx="484870" cy="146304"/>
          </a:xfrm>
          <a:prstGeom prst="rect">
            <a:avLst/>
          </a:prstGeom>
          <a:noFill/>
          <a:ln>
            <a:noFill/>
          </a:ln>
        </p:spPr>
        <p:txBody>
          <a:bodyPr spcFirstLastPara="1" wrap="square" lIns="91425" tIns="45700" rIns="91425" bIns="45700" anchor="ctr" anchorCtr="0">
            <a:noAutofit/>
          </a:bodyPr>
          <a:lstStyle>
            <a:defPPr>
              <a:defRPr lang="en-US"/>
            </a:defPPr>
            <a:lvl1pPr marL="0" marR="0" lvl="0" indent="0" algn="ctr" defTabSz="914400" rtl="0" eaLnBrk="1" latinLnBrk="0" hangingPunct="1">
              <a:lnSpc>
                <a:spcPct val="100000"/>
              </a:lnSpc>
              <a:spcBef>
                <a:spcPts val="0"/>
              </a:spcBef>
              <a:spcAft>
                <a:spcPts val="0"/>
              </a:spcAft>
              <a:buClr>
                <a:srgbClr val="000000"/>
              </a:buClr>
              <a:buSzPts val="825"/>
              <a:buFont typeface="Arial"/>
              <a:buNone/>
              <a:defRPr sz="1300" b="0" i="0" u="none" strike="noStrike" kern="1200" cap="none">
                <a:solidFill>
                  <a:schemeClr val="lt1"/>
                </a:solidFill>
                <a:latin typeface="Tenorite" pitchFamily="2" charset="0"/>
                <a:ea typeface="Tenorite" pitchFamily="2" charset="0"/>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825"/>
              <a:buFont typeface="Arial"/>
              <a:buNone/>
              <a:defRPr sz="825" b="0" i="0" u="none" strike="noStrike" kern="1200" cap="none">
                <a:solidFill>
                  <a:schemeClr val="lt1"/>
                </a:solidFill>
                <a:latin typeface="Calibri"/>
                <a:ea typeface="Calibri"/>
                <a:cs typeface="Calibri"/>
                <a:sym typeface="Calibri"/>
              </a:defRPr>
            </a:lvl9pPr>
          </a:lstStyle>
          <a:p>
            <a:fld id="{00000000-1234-1234-1234-123412341234}" type="slidenum">
              <a:rPr lang="en-US" smtClean="0"/>
              <a:pPr/>
              <a:t>‹#›</a:t>
            </a:fld>
            <a:endParaRPr lang="en-US" dirty="0">
              <a:latin typeface="Tenorite" pitchFamily="2" charset="0"/>
            </a:endParaRPr>
          </a:p>
        </p:txBody>
      </p:sp>
      <p:pic>
        <p:nvPicPr>
          <p:cNvPr id="13" name="Picture 12" descr="A black background with white text&#10;&#10;AI-generated content may be incorrect.">
            <a:extLst>
              <a:ext uri="{FF2B5EF4-FFF2-40B4-BE49-F238E27FC236}">
                <a16:creationId xmlns:a16="http://schemas.microsoft.com/office/drawing/2014/main" id="{9D390FBB-552A-4618-9949-73AE4196E366}"/>
              </a:ext>
            </a:extLst>
          </p:cNvPr>
          <p:cNvPicPr>
            <a:picLocks noChangeAspect="1"/>
          </p:cNvPicPr>
          <p:nvPr userDrawn="1"/>
        </p:nvPicPr>
        <p:blipFill>
          <a:blip r:embed="rId19"/>
          <a:stretch>
            <a:fillRect/>
          </a:stretch>
        </p:blipFill>
        <p:spPr>
          <a:xfrm>
            <a:off x="395071" y="6177895"/>
            <a:ext cx="1371943" cy="408739"/>
          </a:xfrm>
          <a:prstGeom prst="rect">
            <a:avLst/>
          </a:prstGeom>
        </p:spPr>
      </p:pic>
      <p:pic>
        <p:nvPicPr>
          <p:cNvPr id="14" name="Picture 13" descr="A black background with white text&#10;&#10;AI-generated content may be incorrect.">
            <a:extLst>
              <a:ext uri="{FF2B5EF4-FFF2-40B4-BE49-F238E27FC236}">
                <a16:creationId xmlns:a16="http://schemas.microsoft.com/office/drawing/2014/main" id="{2536479E-7C2E-CAE6-735E-66F4F8480AC3}"/>
              </a:ext>
            </a:extLst>
          </p:cNvPr>
          <p:cNvPicPr>
            <a:picLocks noChangeAspect="1"/>
          </p:cNvPicPr>
          <p:nvPr userDrawn="1"/>
        </p:nvPicPr>
        <p:blipFill>
          <a:blip r:embed="rId20"/>
          <a:stretch>
            <a:fillRect/>
          </a:stretch>
        </p:blipFill>
        <p:spPr>
          <a:xfrm>
            <a:off x="10044846" y="6083046"/>
            <a:ext cx="1752083" cy="598434"/>
          </a:xfrm>
          <a:prstGeom prst="rect">
            <a:avLst/>
          </a:prstGeom>
        </p:spPr>
      </p:pic>
    </p:spTree>
    <p:extLst>
      <p:ext uri="{BB962C8B-B14F-4D97-AF65-F5344CB8AC3E}">
        <p14:creationId xmlns:p14="http://schemas.microsoft.com/office/powerpoint/2010/main" val="289791588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5" r:id="rId3"/>
    <p:sldLayoutId id="2147483666" r:id="rId4"/>
    <p:sldLayoutId id="2147483650" r:id="rId5"/>
    <p:sldLayoutId id="2147483663"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51" r:id="rId15"/>
    <p:sldLayoutId id="2147483664" r:id="rId16"/>
  </p:sldLayoutIdLst>
  <p:hf hdr="0" ftr="0" dt="0"/>
  <p:txStyles>
    <p:titleStyle>
      <a:lvl1pPr algn="l" defTabSz="914400" rtl="0" eaLnBrk="1" latinLnBrk="0" hangingPunct="1">
        <a:lnSpc>
          <a:spcPct val="90000"/>
        </a:lnSpc>
        <a:spcBef>
          <a:spcPct val="0"/>
        </a:spcBef>
        <a:buNone/>
        <a:defRPr lang="en-US" sz="4400" b="1" i="0" kern="1200" dirty="0">
          <a:solidFill>
            <a:schemeClr val="bg1"/>
          </a:solidFill>
          <a:latin typeface="Tenorit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white text&#10;&#10;AI-generated content may be incorrect.">
            <a:extLst>
              <a:ext uri="{FF2B5EF4-FFF2-40B4-BE49-F238E27FC236}">
                <a16:creationId xmlns:a16="http://schemas.microsoft.com/office/drawing/2014/main" id="{ECA539E2-4CD2-3070-C36C-1EC19AA2E5B7}"/>
              </a:ext>
            </a:extLst>
          </p:cNvPr>
          <p:cNvPicPr>
            <a:picLocks noChangeAspect="1"/>
          </p:cNvPicPr>
          <p:nvPr/>
        </p:nvPicPr>
        <p:blipFill>
          <a:blip r:embed="rId2"/>
          <a:stretch>
            <a:fillRect/>
          </a:stretch>
        </p:blipFill>
        <p:spPr>
          <a:xfrm>
            <a:off x="2749550" y="2286000"/>
            <a:ext cx="6692900" cy="2286000"/>
          </a:xfrm>
          <a:prstGeom prst="rect">
            <a:avLst/>
          </a:prstGeom>
        </p:spPr>
      </p:pic>
    </p:spTree>
    <p:extLst>
      <p:ext uri="{BB962C8B-B14F-4D97-AF65-F5344CB8AC3E}">
        <p14:creationId xmlns:p14="http://schemas.microsoft.com/office/powerpoint/2010/main" val="415840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8046-66D1-54E2-0657-E956FDA4429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02279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1C3E1-0263-9A59-A5D7-B1482877BE8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2625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964B-FB34-453C-C42C-1B2ED6753787}"/>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9DB66733-EC71-0E10-1010-A1344E00A815}"/>
              </a:ext>
            </a:extLst>
          </p:cNvPr>
          <p:cNvSpPr>
            <a:spLocks noGrp="1"/>
          </p:cNvSpPr>
          <p:nvPr>
            <p:ph type="subTitle" idx="1"/>
          </p:nvPr>
        </p:nvSpPr>
        <p:spPr/>
        <p:txBody>
          <a:bodyPr/>
          <a:lstStyle/>
          <a:p>
            <a:endParaRPr lang="en-US" dirty="0"/>
          </a:p>
        </p:txBody>
      </p:sp>
      <p:sp>
        <p:nvSpPr>
          <p:cNvPr id="4" name="Subtitle 2">
            <a:extLst>
              <a:ext uri="{FF2B5EF4-FFF2-40B4-BE49-F238E27FC236}">
                <a16:creationId xmlns:a16="http://schemas.microsoft.com/office/drawing/2014/main" id="{2DAC85DD-905B-8DF2-C9C5-E06A6245F8A0}"/>
              </a:ext>
            </a:extLst>
          </p:cNvPr>
          <p:cNvSpPr txBox="1">
            <a:spLocks/>
          </p:cNvSpPr>
          <p:nvPr/>
        </p:nvSpPr>
        <p:spPr>
          <a:xfrm>
            <a:off x="683740" y="4868561"/>
            <a:ext cx="9144000" cy="43545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400" b="1" i="0" kern="1200" dirty="0">
                <a:solidFill>
                  <a:schemeClr val="bg1"/>
                </a:solidFill>
                <a:latin typeface="Tenorite" pitchFamily="2" charset="0"/>
                <a:ea typeface="+mj-ea"/>
                <a:cs typeface="+mj-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0" dirty="0"/>
              <a:t>Date</a:t>
            </a:r>
          </a:p>
        </p:txBody>
      </p:sp>
    </p:spTree>
    <p:extLst>
      <p:ext uri="{BB962C8B-B14F-4D97-AF65-F5344CB8AC3E}">
        <p14:creationId xmlns:p14="http://schemas.microsoft.com/office/powerpoint/2010/main" val="428397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3C98-128B-8B2D-971D-41FB5FB9C6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65D955-11F5-231F-F745-D138218F773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69123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06CF-8D95-97F5-117B-A986FE7B8C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BB42C7-A368-4CAA-F4DB-F2A5312D73B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87505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88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303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285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a:lstStyle>
        <a:defPPr algn="l">
          <a:defRPr dirty="0"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b72dd6e-c27c-4639-b124-2b12953460bf}" enabled="0" method="" siteId="{7b72dd6e-c27c-4639-b124-2b12953460bf}" removed="1"/>
</clbl:labelList>
</file>

<file path=docProps/app.xml><?xml version="1.0" encoding="utf-8"?>
<Properties xmlns="http://schemas.openxmlformats.org/officeDocument/2006/extended-properties" xmlns:vt="http://schemas.openxmlformats.org/officeDocument/2006/docPropsVTypes">
  <TotalTime>91</TotalTime>
  <Words>1</Words>
  <Application>Microsoft Office PowerPoint</Application>
  <PresentationFormat>Widescreen</PresentationFormat>
  <Paragraphs>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Arboria Book</vt:lpstr>
      <vt:lpstr>Arial</vt:lpstr>
      <vt:lpstr>Calibri</vt:lpstr>
      <vt:lpstr>Tenorite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Bennett</dc:creator>
  <cp:lastModifiedBy>Ania Jaroszek</cp:lastModifiedBy>
  <cp:revision>4</cp:revision>
  <dcterms:created xsi:type="dcterms:W3CDTF">2026-02-20T21:41:41Z</dcterms:created>
  <dcterms:modified xsi:type="dcterms:W3CDTF">2026-03-30T17:47:34Z</dcterms:modified>
</cp:coreProperties>
</file>